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bd41570bb34016" /><Relationship Type="http://schemas.openxmlformats.org/officeDocument/2006/relationships/extended-properties" Target="/docProps/app.xml" Id="R3f9b2187f14a4427" /><Relationship Type="http://schemas.openxmlformats.org/officeDocument/2006/relationships/officeDocument" Target="/ppt/presentation.xml" Id="R195b06671b8542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169c1b28dd429d"/>
  </p:sldMasterIdLst>
  <p:notesMasterIdLst>
    <p:notesMasterId xmlns:r="http://schemas.openxmlformats.org/officeDocument/2006/relationships" r:id="R9e7e8ec03345422b"/>
  </p:notesMasterIdLst>
  <p:sldIdLst>
    <p:sldId xmlns:r="http://schemas.openxmlformats.org/officeDocument/2006/relationships" id="256" r:id="R52436666e0e64d9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40a1436fb9498f" /><Relationship Type="http://schemas.openxmlformats.org/officeDocument/2006/relationships/slideMaster" Target="/ppt/slideMasters/slideMaster1.xml" Id="R25169c1b28dd429d" /><Relationship Type="http://schemas.openxmlformats.org/officeDocument/2006/relationships/notesMaster" Target="/ppt/notesMasters/notesMaster1.xml" Id="R9e7e8ec03345422b" /><Relationship Type="http://schemas.openxmlformats.org/officeDocument/2006/relationships/presProps" Target="/ppt/presProps.xml" Id="Rd9b1a3ed7294451d" /><Relationship Type="http://schemas.openxmlformats.org/officeDocument/2006/relationships/tableStyles" Target="/ppt/tableStyles.xml" Id="R8cc1401a9cba42e0" /><Relationship Type="http://schemas.openxmlformats.org/officeDocument/2006/relationships/slide" Target="/ppt/slides/slide1.xml" Id="R52436666e0e64d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e5d11825574f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c5c88eefdf4abf" /><Relationship Type="http://schemas.openxmlformats.org/officeDocument/2006/relationships/notesMaster" Target="/ppt/notesMasters/notesMaster1.xml" Id="Re32ea19e660242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527f88c93f42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33308821284c37" /><Relationship Type="http://schemas.openxmlformats.org/officeDocument/2006/relationships/slideLayout" Target="/ppt/slideLayouts/slideLayout1.xml" Id="Rfacc93df32a640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cc93df32a640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5ea2f81e2f46b5" /><Relationship Type="http://schemas.openxmlformats.org/officeDocument/2006/relationships/notesSlide" Target="/ppt/notesSlides/notesSlide1.xml" Id="R2cdccabe3ce84fb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E8E1A5-7538-4CA9-BEC5-9791751E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"/>
            <a:ext cx="1428750" cy="476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D252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目标</a:t>
            </a:r>
          </a:p>
        </p:txBody>
      </p:sp>
    </p:spTree>
    <p:extLst>
      <p:ext uri="{BB962C8B-B14F-4D97-AF65-F5344CB8AC3E}">
        <p14:creationId xmlns:p14="http://schemas.microsoft.com/office/powerpoint/2010/main" val="19242704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2026-08-26T08:54:06.6860000Z</dcterms:created>
  <dcterms:modified xsi:type="dcterms:W3CDTF">2026-08-26T08:54:06.6860000Z</dcterms:modified>
</coreProperties>
</file>